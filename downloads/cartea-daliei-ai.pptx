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jp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?>
<ns0:Relationships xmlns:ns0="http://schemas.openxmlformats.org/package/2006/relationships"><ns0:Relationship Id="rId1" Type="http://schemas.openxmlformats.org/officeDocument/2006/relationships/officeDocument" Target="ppt/presentation.xml" /><ns0:Relationship Id="rId2" Type="http://schemas.openxmlformats.org/package/2006/relationships/metadata/thumbnail" Target="docProps/thumbnail.jpeg" /><ns0:Relationship Id="rId3" Type="http://schemas.openxmlformats.org/package/2006/relationships/metadata/core-properties" Target="docProps/core.xml" /><ns0:Relationship Id="rId4" Type="http://schemas.openxmlformats.org/officeDocument/2006/relationships/extended-properties" Target="docProps/app.xml" /></ns0: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>
    <ns0:sldId id="256" ns1:id="rId7"/>
    <ns0:sldId id="257" ns1:id="rId9"/>
    <ns0:sldId id="258" ns1:id="rId10"/>
    <ns0:sldId id="259" ns1:id="rId11"/>
    <ns0:sldId id="260" ns1:id="rId12"/>
    <ns0:sldId id="261" ns1:id="rId13"/>
    <ns0:sldId id="262" ns1:id="rId14"/>
    <ns0:sldId id="263" ns1:id="rId15"/>
    <ns0:sldId id="264" ns1:id="rId16"/>
    <ns0:sldId id="265" ns1:id="rId17"/>
    <ns0:sldId id="266" ns1:id="rId18"/>
    <ns0:sldId id="267" ns1:id="rId19"/>
    <ns0:sldId id="268" ns1:id="rId20"/>
    <ns0:sldId id="269" ns1:id="rId21"/>
  </ns0:sldIdLst>
  <ns0:sldSz cx="12191695" cy="6858000" type="screen4x3"/>
  <ns0:notesSz cx="6858000" cy="9144000"/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interSettings" Target="printerSettings/printerSettings1.bin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9" Type="http://schemas.openxmlformats.org/officeDocument/2006/relationships/slide" Target="slides/slide2.xml" /><ns0:Relationship Id="rId10" Type="http://schemas.openxmlformats.org/officeDocument/2006/relationships/slide" Target="slides/slide3.xml" /><ns0:Relationship Id="rId11" Type="http://schemas.openxmlformats.org/officeDocument/2006/relationships/slide" Target="slides/slide4.xml" /><ns0:Relationship Id="rId12" Type="http://schemas.openxmlformats.org/officeDocument/2006/relationships/slide" Target="slides/slide5.xml" /><ns0:Relationship Id="rId13" Type="http://schemas.openxmlformats.org/officeDocument/2006/relationships/slide" Target="slides/slide6.xml" /><ns0:Relationship Id="rId14" Type="http://schemas.openxmlformats.org/officeDocument/2006/relationships/slide" Target="slides/slide7.xml" /><ns0:Relationship Id="rId15" Type="http://schemas.openxmlformats.org/officeDocument/2006/relationships/slide" Target="slides/slide8.xml" /><ns0:Relationship Id="rId16" Type="http://schemas.openxmlformats.org/officeDocument/2006/relationships/slide" Target="slides/slide9.xml" /><ns0:Relationship Id="rId17" Type="http://schemas.openxmlformats.org/officeDocument/2006/relationships/slide" Target="slides/slide10.xml" /><ns0:Relationship Id="rId18" Type="http://schemas.openxmlformats.org/officeDocument/2006/relationships/slide" Target="slides/slide11.xml" /><ns0:Relationship Id="rId19" Type="http://schemas.openxmlformats.org/officeDocument/2006/relationships/slide" Target="slides/slide12.xml" /><ns0:Relationship Id="rId20" Type="http://schemas.openxmlformats.org/officeDocument/2006/relationships/slide" Target="slides/slide13.xml" /><ns0:Relationship Id="rId21" Type="http://schemas.openxmlformats.org/officeDocument/2006/relationships/slide" Target="slides/slide14.xml" /></ns0:Relationships>
</file>

<file path=ppt/slideLayouts/_rels/slideLayout1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2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3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4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5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6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7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8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9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10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11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slideLayout" Target="../slideLayouts/slideLayout2.xml" /><ns0:Relationship Id="rId3" Type="http://schemas.openxmlformats.org/officeDocument/2006/relationships/slideLayout" Target="../slideLayouts/slideLayout3.xml" /><ns0:Relationship Id="rId4" Type="http://schemas.openxmlformats.org/officeDocument/2006/relationships/slideLayout" Target="../slideLayouts/slideLayout4.xml" /><ns0:Relationship Id="rId5" Type="http://schemas.openxmlformats.org/officeDocument/2006/relationships/slideLayout" Target="../slideLayouts/slideLayout5.xml" /><ns0:Relationship Id="rId6" Type="http://schemas.openxmlformats.org/officeDocument/2006/relationships/slideLayout" Target="../slideLayouts/slideLayout6.xml" /><ns0:Relationship Id="rId7" Type="http://schemas.openxmlformats.org/officeDocument/2006/relationships/slideLayout" Target="../slideLayouts/slideLayout7.xml" /><ns0:Relationship Id="rId8" Type="http://schemas.openxmlformats.org/officeDocument/2006/relationships/slideLayout" Target="../slideLayouts/slideLayout8.xml" /><ns0:Relationship Id="rId9" Type="http://schemas.openxmlformats.org/officeDocument/2006/relationships/slideLayout" Target="../slideLayouts/slideLayout9.xml" /><ns0:Relationship Id="rId10" Type="http://schemas.openxmlformats.org/officeDocument/2006/relationships/slideLayout" Target="../slideLayouts/slideLayout10.xml" /><ns0:Relationship Id="rId11" Type="http://schemas.openxmlformats.org/officeDocument/2006/relationships/slideLayout" Target="../slideLayouts/slideLayout11.xml" /><ns0:Relationship Id="rId12" Type="http://schemas.openxmlformats.org/officeDocument/2006/relationships/theme" Target="../theme/theme1.xml" /></ns0: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ns0:Relationship Id="rId2" Type="http://schemas.openxmlformats.org/officeDocument/2006/relationships/image" Target="../media/image1.jpg" /></ns0:Relationships>
</file>

<file path=ppt/slides/_rels/slide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5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ns0:Relationship Id="rId2" Type="http://schemas.openxmlformats.org/officeDocument/2006/relationships/image" Target="../media/image2.png" /></ns0:Relationships>
</file>

<file path=ppt/slides/_rels/slide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8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9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10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1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1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1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1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6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Aptos Display"/>
              </a:rPr>
              <a:t>Primul meu cod a fost pe hartie.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819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CDD6E1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4892040" cy="3611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606040"/>
            <a:ext cx="4297680" cy="10972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20" y="3172968"/>
            <a:ext cx="4297680" cy="10972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" y="3739896"/>
            <a:ext cx="4297680" cy="10972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4306824"/>
            <a:ext cx="4297680" cy="10972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0120" y="4873752"/>
            <a:ext cx="4297680" cy="10972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157984"/>
            <a:ext cx="4297680" cy="2560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244BDD"/>
                </a:solidFill>
                <a:latin typeface="Consolas"/>
              </a:rPr>
              <a:t>10 PRINT "SALUT!"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244BDD"/>
                </a:solidFill>
                <a:latin typeface="Consolas"/>
              </a:rPr>
              <a:t>20 GOTO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5010912"/>
            <a:ext cx="429768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526176"/>
                </a:solidFill>
                <a:latin typeface="Aptos"/>
              </a:rPr>
              <a:t>Exemplu BASIC ilustrativ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965960"/>
            <a:ext cx="4846320" cy="1371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100" b="1">
                <a:solidFill>
                  <a:srgbClr val="FFFFFF"/>
                </a:solidFill>
                <a:latin typeface="Aptos"/>
              </a:rPr>
              <a:t>Scriam.</a:t>
            </a:r>
          </a:p>
          <a:p>
            <a:pPr>
              <a:spcAft>
                <a:spcPts val="800"/>
              </a:spcAft>
            </a:pPr>
            <a:r>
              <a:rPr sz="3100" b="1">
                <a:solidFill>
                  <a:srgbClr val="FFFFFF"/>
                </a:solidFill>
                <a:latin typeface="Aptos"/>
              </a:rPr>
              <a:t>Un prieten incerca.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703320"/>
            <a:ext cx="4846320" cy="11887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100" b="1">
                <a:solidFill>
                  <a:srgbClr val="D6EC79"/>
                </a:solidFill>
                <a:latin typeface="Aptos"/>
              </a:rPr>
              <a:t>A doua zi aflam</a:t>
            </a:r>
          </a:p>
          <a:p>
            <a:pPr>
              <a:spcAft>
                <a:spcPts val="800"/>
              </a:spcAft>
            </a:pPr>
            <a:r>
              <a:rPr sz="3100" b="1">
                <a:solidFill>
                  <a:srgbClr val="D6EC79"/>
                </a:solidFill>
                <a:latin typeface="Aptos"/>
              </a:rPr>
              <a:t>ce nu mersese.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05856"/>
            <a:ext cx="10881360" cy="402336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O idee. O incercare. Feedback. Inca o incercare.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Voi de unde porniti?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566928" cy="566928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65960"/>
            <a:ext cx="3200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75104"/>
            <a:ext cx="987552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0">
                <a:solidFill>
                  <a:srgbClr val="182636"/>
                </a:solidFill>
                <a:latin typeface="Aptos"/>
              </a:rPr>
              <a:t>Am cerut explicatii.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79776"/>
            <a:ext cx="566928" cy="566928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825496"/>
            <a:ext cx="3200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834640"/>
            <a:ext cx="987552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0">
                <a:solidFill>
                  <a:srgbClr val="182636"/>
                </a:solidFill>
                <a:latin typeface="Aptos"/>
              </a:rPr>
              <a:t>Am creat texte, imagini sau muzica.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639312"/>
            <a:ext cx="566928" cy="566928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685032"/>
            <a:ext cx="3200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694176"/>
            <a:ext cx="987552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0">
                <a:solidFill>
                  <a:srgbClr val="182636"/>
                </a:solidFill>
                <a:latin typeface="Aptos"/>
              </a:rPr>
              <a:t>Am incercat sa construiesc ceva.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98848"/>
            <a:ext cx="566928" cy="566928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544568"/>
            <a:ext cx="3200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53712"/>
            <a:ext cx="987552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0">
                <a:solidFill>
                  <a:srgbClr val="182636"/>
                </a:solidFill>
                <a:latin typeface="Aptos"/>
              </a:rPr>
              <a:t>Doar am testat. Sau inca nu.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96712"/>
            <a:ext cx="10698480" cy="4297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244BDD"/>
                </a:solidFill>
                <a:latin typeface="Aptos"/>
              </a:rPr>
              <a:t>Un vot sau o litera in chat. Nu trebuie sa fi folosit deja AI.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Mai intai, o masina invata un drum.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3</a:t>
            </a:r>
          </a:p>
        </p:txBody>
      </p:sp>
      <p:pic>
        <p:nvPicPr>
          <p:cNvPr id="6" name="Picture 5" descr="Fotografie ENIAC, circa 1947-1955, context istoric pentru calculatoarele timpurii; nu este masina Theseus sau ELIZ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8559"/>
            <a:ext cx="4389120" cy="33540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468112"/>
            <a:ext cx="448056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26176"/>
                </a:solidFill>
                <a:latin typeface="Aptos"/>
              </a:rPr>
              <a:t>ENIAC, cca 1947-1955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526176"/>
                </a:solidFill>
                <a:latin typeface="Aptos"/>
              </a:rPr>
              <a:t>U.S. Army / Wikimedia Commons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874519"/>
            <a:ext cx="10058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1950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0528" y="1874519"/>
            <a:ext cx="48920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82636"/>
                </a:solidFill>
                <a:latin typeface="Aptos"/>
              </a:rPr>
              <a:t>Theseus gaseste iesirea.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441448"/>
            <a:ext cx="4892040" cy="62179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182636"/>
                </a:solidFill>
                <a:latin typeface="Aptos"/>
              </a:rPr>
              <a:t>Claude Shannon: un labirint si memorie in relee.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182111"/>
            <a:ext cx="10058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1966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3182111"/>
            <a:ext cx="48920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82636"/>
                </a:solidFill>
                <a:latin typeface="Aptos"/>
              </a:rPr>
              <a:t>ELIZA sustine o conversatie.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3749039"/>
            <a:ext cx="4892040" cy="62179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182636"/>
                </a:solidFill>
                <a:latin typeface="Aptos"/>
              </a:rPr>
              <a:t>Joseph Weizenbaum: reguli si tipare de limbaj.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489704"/>
            <a:ext cx="10058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2022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4489704"/>
            <a:ext cx="48920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82636"/>
                </a:solidFill>
                <a:latin typeface="Aptos"/>
              </a:rPr>
              <a:t>ChatGPT ajunge la public.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5056632"/>
            <a:ext cx="4892040" cy="62179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182636"/>
                </a:solidFill>
                <a:latin typeface="Aptos"/>
              </a:rPr>
              <a:t>O interfata simpla face experimentarea accesibila.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La biblioteca am deschis...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320040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500" b="1">
                <a:solidFill>
                  <a:srgbClr val="244BDD"/>
                </a:solidFill>
                <a:latin typeface="Apto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63240"/>
            <a:ext cx="320040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182636"/>
                </a:solidFill>
                <a:latin typeface="Aptos"/>
              </a:rPr>
              <a:t>o carte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240280"/>
            <a:ext cx="320040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500" b="1">
                <a:solidFill>
                  <a:srgbClr val="244BDD"/>
                </a:solidFill>
                <a:latin typeface="Aptos"/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63240"/>
            <a:ext cx="320040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182636"/>
                </a:solidFill>
                <a:latin typeface="Aptos"/>
              </a:rPr>
              <a:t>un laptop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240280"/>
            <a:ext cx="320040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500" b="1">
                <a:solidFill>
                  <a:srgbClr val="244BDD"/>
                </a:solidFill>
                <a:latin typeface="Aptos"/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3063240"/>
            <a:ext cx="320040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182636"/>
                </a:solidFill>
                <a:latin typeface="Aptos"/>
              </a:rPr>
              <a:t>o umbrela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06240"/>
            <a:ext cx="10881360" cy="22860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690872"/>
            <a:ext cx="10607040" cy="94183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244BDD"/>
                </a:solidFill>
                <a:latin typeface="Aptos"/>
              </a:rPr>
              <a:t>Contextul schimba ce continuare ni se pare plauzibila.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Un fragment. Apoi inca unul.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48840"/>
            <a:ext cx="333756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97180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900" b="1">
                <a:solidFill>
                  <a:srgbClr val="244BDD"/>
                </a:solidFill>
                <a:latin typeface="Aptos"/>
              </a:rPr>
              <a:t>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26664"/>
            <a:ext cx="297180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Textul de pana acum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2148840"/>
            <a:ext cx="333756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377440"/>
            <a:ext cx="297180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900" b="1">
                <a:solidFill>
                  <a:srgbClr val="244BDD"/>
                </a:solidFill>
                <a:latin typeface="Aptos"/>
              </a:rPr>
              <a:t>Posibilitati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026664"/>
            <a:ext cx="297180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Continuari posibile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79" y="2148840"/>
            <a:ext cx="333756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59" y="2377440"/>
            <a:ext cx="297180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900" b="1">
                <a:solidFill>
                  <a:srgbClr val="244BDD"/>
                </a:solidFill>
                <a:latin typeface="Aptos"/>
              </a:rPr>
              <a:t>Alegere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59" y="3026664"/>
            <a:ext cx="297180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Un token nou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050791"/>
            <a:ext cx="1051560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82636"/>
                </a:solidFill>
                <a:latin typeface="Aptos"/>
              </a:rPr>
              <a:t>"La biblioteca..."  &gt;  "...am deschis"  &gt;  "...un laptop"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8"/>
            <a:ext cx="1051560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244BDD"/>
                </a:solidFill>
                <a:latin typeface="Aptos"/>
              </a:rPr>
              <a:t>Textul nou intra in context. Procesul continua.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605272"/>
            <a:ext cx="10515600" cy="448056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Antrenare + invatarea cerintelor + instrumente = mai multe posibilitati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O idee poate deveni o pagina.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6</a:t>
            </a:r>
          </a:p>
        </p:txBody>
      </p:sp>
      <p:pic>
        <p:nvPicPr>
          <p:cNvPr id="6" name="Picture 5" descr="Captura reala a exemplului local pregatit Atelier de idei, eveniment fictiv; nu este output live Copilo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43" y="1783080"/>
            <a:ext cx="6317672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57031" y="1947672"/>
            <a:ext cx="3246120" cy="10058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182636"/>
                </a:solidFill>
                <a:latin typeface="Aptos"/>
              </a:rPr>
              <a:t>Un eveniment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182636"/>
                </a:solidFill>
                <a:latin typeface="Aptos"/>
              </a:rPr>
              <a:t>pentru liceeni.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3337560"/>
            <a:ext cx="3246120" cy="17830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Ce trebuie sa afli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ca sa decizi daca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vrei sa participi?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7031" y="5349240"/>
            <a:ext cx="3246120" cy="60350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26176"/>
                </a:solidFill>
                <a:latin typeface="Aptos"/>
              </a:rPr>
              <a:t>Exemplu fictiv,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26176"/>
                </a:solidFill>
                <a:latin typeface="Aptos"/>
              </a:rPr>
              <a:t>pregatit local.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6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Aptos Display"/>
              </a:rPr>
              <a:t>Sa vedem ce intelege dintr-o idee.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819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CDD6E1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10424160" cy="1417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FFFFF"/>
                </a:solidFill>
                <a:latin typeface="Aptos"/>
              </a:rPr>
              <a:t>"Fa o pagina pentru</a:t>
            </a:r>
          </a:p>
          <a:p>
            <a:pPr>
              <a:spcAft>
                <a:spcPts val="800"/>
              </a:spcAft>
            </a:pPr>
            <a:r>
              <a:rPr sz="3800" b="1">
                <a:solidFill>
                  <a:srgbClr val="FFFFFF"/>
                </a:solidFill>
                <a:latin typeface="Aptos"/>
              </a:rPr>
              <a:t>un eveniment la liceu."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986784"/>
            <a:ext cx="10607040" cy="22860"/>
          </a:xfrm>
          <a:prstGeom prst="rect">
            <a:avLst/>
          </a:prstGeom>
          <a:solidFill>
            <a:srgbClr val="819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517136"/>
            <a:ext cx="10378440" cy="6675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6EC79"/>
                </a:solidFill>
                <a:latin typeface="Aptos"/>
              </a:rPr>
              <a:t>Ce a presupus? Ce lipseste? Ce trebuie sa decidem noi?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68696"/>
            <a:ext cx="10378440" cy="402336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0">
                <a:solidFill>
                  <a:srgbClr val="FFFFFF"/>
                </a:solidFill>
                <a:latin typeface="Aptos"/>
              </a:rPr>
              <a:t>Idee  &gt;  Cerere  &gt;  Prima versiune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Mai intai, ne corectam intrebarea.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56231"/>
            <a:ext cx="3794760" cy="15727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244BDD"/>
                </a:solidFill>
                <a:latin typeface="Aptos"/>
              </a:rPr>
              <a:t>Scopul.</a:t>
            </a:r>
          </a:p>
          <a:p>
            <a:pPr>
              <a:spcAft>
                <a:spcPts val="800"/>
              </a:spcAft>
            </a:pPr>
            <a:r>
              <a:rPr sz="3000" b="1">
                <a:solidFill>
                  <a:srgbClr val="244BDD"/>
                </a:solidFill>
                <a:latin typeface="Aptos"/>
              </a:rPr>
              <a:t>Contextul.</a:t>
            </a:r>
          </a:p>
          <a:p>
            <a:pPr>
              <a:spcAft>
                <a:spcPts val="800"/>
              </a:spcAft>
            </a:pPr>
            <a:r>
              <a:rPr sz="3000" b="1">
                <a:solidFill>
                  <a:srgbClr val="244BDD"/>
                </a:solidFill>
                <a:latin typeface="Aptos"/>
              </a:rPr>
              <a:t>Presupunerile.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77056"/>
            <a:ext cx="3794760" cy="151790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O cerere mai clara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ne ajuta sa evaluam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ce primim.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82312" y="1856231"/>
            <a:ext cx="6720840" cy="4041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2130552"/>
            <a:ext cx="6172200" cy="33375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Atelier de idei. Pentru liceeni.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30 octombrie, 17:00-19:00.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Sala de festivitati. Acces gratuit.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Trei activitati, fara conturi.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Sa functioneze si pe telefon.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Toate datele sunt fictive.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6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Aptos Display"/>
              </a:rPr>
              <a:t>Arata bine. Dar ne putem baza pe ea?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819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CDD6E1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379476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D6EC79"/>
                </a:solidFill>
                <a:latin typeface="Aptos"/>
              </a:rPr>
              <a:t>Respecta cererea?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1938528"/>
            <a:ext cx="6492240" cy="8778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0">
                <a:solidFill>
                  <a:srgbClr val="FFFFFF"/>
                </a:solidFill>
                <a:latin typeface="Aptos"/>
              </a:rPr>
              <a:t>Data, ora, locul si accesul sunt cele stabilite.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172968"/>
            <a:ext cx="379476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D6EC79"/>
                </a:solidFill>
                <a:latin typeface="Aptos"/>
              </a:rPr>
              <a:t>Functioneaza?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3172968"/>
            <a:ext cx="6492240" cy="8778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0">
                <a:solidFill>
                  <a:srgbClr val="FFFFFF"/>
                </a:solidFill>
                <a:latin typeface="Aptos"/>
              </a:rPr>
              <a:t>Butonul ajunge la program. Textul incape pe telefon.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07408"/>
            <a:ext cx="379476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D6EC79"/>
                </a:solidFill>
                <a:latin typeface="Aptos"/>
              </a:rPr>
              <a:t>Informatiile sunt adevarate?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4407408"/>
            <a:ext cx="6492240" cy="8778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0">
                <a:solidFill>
                  <a:srgbClr val="FFFFFF"/>
                </a:solidFill>
                <a:latin typeface="Aptos"/>
              </a:rPr>
              <a:t>Pentru un eveniment real, le confirmam cu organizatorul.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Cinci obiceiuri care raman la tine.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10512"/>
            <a:ext cx="5029200" cy="521207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Protejeaza-ti datele.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79008" y="1810512"/>
            <a:ext cx="566928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Fara parole, acte sau date despre colegi.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5029200" cy="521207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Verifica ce conteaza.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9008" y="2606040"/>
            <a:ext cx="566928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Alege sursa, calculul sau testul potrivit.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01568"/>
            <a:ext cx="5029200" cy="521207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Siguranta nu este adevar.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8" y="3401568"/>
            <a:ext cx="566928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Un ton convingator poate ascunde o eroare.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97096"/>
            <a:ext cx="5029200" cy="521207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Spune unde te-a ajutat AI.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4197096"/>
            <a:ext cx="566928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Respecta regulile scolii si contributia altora.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92624"/>
            <a:ext cx="5029200" cy="521207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Pastreaza decizia la tine.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79008" y="4992624"/>
            <a:ext cx="566928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Intelege rezultatul inainte sa il folosesti.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Tech are mai multe usi de intrare.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56231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Iti place sa construiesti?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Software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07208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Aplicatii si sisteme care functioneaza.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856231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Iti place sa investighezi?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286000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Cybersecurity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807208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Cum protejam oameni, date si sisteme.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46120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Iti plac tiparele si intrebarile?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75887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Data /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197096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Ce putem afla din date si cum verificam.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246120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Iti place sa desenezi si sa observi?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675887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UX /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97096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Cum facem tehnologia usor de folosit.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36008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Iti place sa organizezi si sa explici?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65776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Product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86984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Ce problema merita rezolvata si pentru cine.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36008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Te preocupa efectele asupra oamenilor?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065776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Responsible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586984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Riscuri, echitate si folosire responsabila.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AI poate propune. Tu alegi ce conteaza.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92224"/>
            <a:ext cx="1069848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182636"/>
                </a:solidFill>
                <a:latin typeface="Aptos"/>
              </a:rPr>
              <a:t>Un rol concret: decizi cum ar trebui sa functioneze pagina.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43200"/>
            <a:ext cx="3383280" cy="228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026664"/>
            <a:ext cx="3383280" cy="9601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244BDD"/>
                </a:solidFill>
                <a:latin typeface="Aptos"/>
              </a:rPr>
              <a:t>AI poate ajuta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3383280" cy="1554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Variante de text.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Schite de pagina.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Idei pentru program.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2743200"/>
            <a:ext cx="3383280" cy="228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59" y="3026664"/>
            <a:ext cx="3383280" cy="9601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244BDD"/>
                </a:solidFill>
                <a:latin typeface="Aptos"/>
              </a:rPr>
              <a:t>Omul judeca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4114800"/>
            <a:ext cx="3383280" cy="1554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Cui ii este utila?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Cine ramane pe dinafara?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Ce putem promite?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743200"/>
            <a:ext cx="3383280" cy="228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3026664"/>
            <a:ext cx="3383280" cy="9601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244BDD"/>
                </a:solidFill>
                <a:latin typeface="Aptos"/>
              </a:rPr>
              <a:t>Ce ar putea urma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114800"/>
            <a:ext cx="3383280" cy="1554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Mai multi pasi automatizati.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Mai multa verificare.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Noi alegeri si responsabilitati.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Nu trebuie sa stii totul ca sa incepi.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94960" cy="69494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100" b="1">
                <a:solidFill>
                  <a:srgbClr val="244BDD"/>
                </a:solidFill>
                <a:latin typeface="Aptos"/>
              </a:rPr>
              <a:t>Incearca un proiect mic.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26664"/>
            <a:ext cx="5257800" cy="1920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GitHub Copilot Free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Acces gratuit, cu limite.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GitHub Education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Beneficii pentru elevii eligibili.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011680"/>
            <a:ext cx="4663440" cy="69494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82636"/>
                </a:solidFill>
                <a:latin typeface="Aptos"/>
              </a:rPr>
              <a:t>Sau incepe cu o intrebare.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026664"/>
            <a:ext cx="4663440" cy="1965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Descrie ideea pe hartie.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Compara doua variante.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Alege ce ai verifica.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96128"/>
            <a:ext cx="1060704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26176"/>
                </a:solidFill>
                <a:latin typeface="Aptos"/>
              </a:rPr>
              <a:t>github.com/copilot   |   education.github.com/pack   |   3blue1brown.com/lessons/mini-llm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6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Aptos Display"/>
              </a:rPr>
              <a:t>AI poate mult. Intrebarile raman ale tale.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819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CDD6E1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Apto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466344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900" b="1">
                <a:solidFill>
                  <a:srgbClr val="D6EC79"/>
                </a:solidFill>
                <a:latin typeface="Aptos"/>
              </a:rPr>
              <a:t>Un instrument puternic.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920240"/>
            <a:ext cx="557784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Aptos"/>
              </a:rPr>
              <a:t>Poate ajuta mult. Poate si gresi.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99232"/>
            <a:ext cx="466344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900" b="1">
                <a:solidFill>
                  <a:srgbClr val="D6EC79"/>
                </a:solidFill>
                <a:latin typeface="Aptos"/>
              </a:rPr>
              <a:t>Tu aduci valoare.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0" y="2999232"/>
            <a:ext cx="557784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Aptos"/>
              </a:rPr>
              <a:t>Prin intrebari, alegeri si gandire.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78224"/>
            <a:ext cx="466344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900" b="1">
                <a:solidFill>
                  <a:srgbClr val="D6EC79"/>
                </a:solidFill>
                <a:latin typeface="Aptos"/>
              </a:rPr>
              <a:t>Poti incepe de acum.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4078224"/>
            <a:ext cx="557784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Aptos"/>
              </a:rPr>
              <a:t>Nu trebuie sa stii deja totul.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96128"/>
            <a:ext cx="10424160" cy="47548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Aptos"/>
              </a:rPr>
              <a:t>Ce ai vrea sa creezi? Ce ai verifica prima data?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Cum a ajuns AI atat de capabil si ce poti face tu cu el?</dc:title>
  <dc:subject>Cartea Daliei - liceu - versiune pentru review</dc:subject>
  <ns0:revision>1</ns0:revision>
  <ns2:created xsi:type="dcterms:W3CDTF">2013-01-27T09:14:16Z</ns2:created>
  <ns2:modified xsi:type="dcterms:W3CDTF">2013-01-27T09:15:58Z</ns2:modified>
  <ns0:category/>
</ns0:coreProperties>
</file>