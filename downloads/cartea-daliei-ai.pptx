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?>
<ns0:Relationships xmlns:ns0="http://schemas.openxmlformats.org/package/2006/relationships"><ns0:Relationship Id="rId1" Type="http://schemas.openxmlformats.org/officeDocument/2006/relationships/officeDocument" Target="ppt/presentation.xml" /><ns0:Relationship Id="rId2" Type="http://schemas.openxmlformats.org/package/2006/relationships/metadata/thumbnail" Target="docProps/thumbnail.jpeg" /><ns0:Relationship Id="rId3" Type="http://schemas.openxmlformats.org/package/2006/relationships/metadata/core-properties" Target="docProps/core.xml" /><ns0:Relationship Id="rId4" Type="http://schemas.openxmlformats.org/officeDocument/2006/relationships/extended-properties" Target="docProps/app.xml" /></ns0: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>
    <ns0:sldId id="256" ns1:id="rId7"/>
    <ns0:sldId id="257" ns1:id="rId9"/>
    <ns0:sldId id="258" ns1:id="rId10"/>
    <ns0:sldId id="259" ns1:id="rId11"/>
    <ns0:sldId id="260" ns1:id="rId12"/>
    <ns0:sldId id="261" ns1:id="rId13"/>
    <ns0:sldId id="262" ns1:id="rId14"/>
    <ns0:sldId id="263" ns1:id="rId15"/>
    <ns0:sldId id="264" ns1:id="rId16"/>
    <ns0:sldId id="265" ns1:id="rId17"/>
    <ns0:sldId id="266" ns1:id="rId18"/>
    <ns0:sldId id="267" ns1:id="rId19"/>
    <ns0:sldId id="268" ns1:id="rId20"/>
    <ns0:sldId id="269" ns1:id="rId21"/>
  </ns0:sldIdLst>
  <ns0:sldSz cx="12191695" cy="6858000" type="screen4x3"/>
  <ns0:notesSz cx="6858000" cy="9144000"/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9" Type="http://schemas.openxmlformats.org/officeDocument/2006/relationships/slide" Target="slides/slide2.xml" /><ns0:Relationship Id="rId10" Type="http://schemas.openxmlformats.org/officeDocument/2006/relationships/slide" Target="slides/slide3.xml" /><ns0:Relationship Id="rId11" Type="http://schemas.openxmlformats.org/officeDocument/2006/relationships/slide" Target="slides/slide4.xml" /><ns0:Relationship Id="rId12" Type="http://schemas.openxmlformats.org/officeDocument/2006/relationships/slide" Target="slides/slide5.xml" /><ns0:Relationship Id="rId13" Type="http://schemas.openxmlformats.org/officeDocument/2006/relationships/slide" Target="slides/slide6.xml" /><ns0:Relationship Id="rId14" Type="http://schemas.openxmlformats.org/officeDocument/2006/relationships/slide" Target="slides/slide7.xml" /><ns0:Relationship Id="rId15" Type="http://schemas.openxmlformats.org/officeDocument/2006/relationships/slide" Target="slides/slide8.xml" /><ns0:Relationship Id="rId16" Type="http://schemas.openxmlformats.org/officeDocument/2006/relationships/slide" Target="slides/slide9.xml" /><ns0:Relationship Id="rId17" Type="http://schemas.openxmlformats.org/officeDocument/2006/relationships/slide" Target="slides/slide10.xml" /><ns0:Relationship Id="rId18" Type="http://schemas.openxmlformats.org/officeDocument/2006/relationships/slide" Target="slides/slide11.xml" /><ns0:Relationship Id="rId19" Type="http://schemas.openxmlformats.org/officeDocument/2006/relationships/slide" Target="slides/slide12.xml" /><ns0:Relationship Id="rId20" Type="http://schemas.openxmlformats.org/officeDocument/2006/relationships/slide" Target="slides/slide13.xml" /><ns0:Relationship Id="rId21" Type="http://schemas.openxmlformats.org/officeDocument/2006/relationships/slide" Target="slides/slide14.xml" /></ns0:Relationships>
</file>

<file path=ppt/slideLayouts/_rels/slideLayout1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2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3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4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5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6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7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8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9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10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11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slideLayout" Target="../slideLayouts/slideLayout2.xml" /><ns0:Relationship Id="rId3" Type="http://schemas.openxmlformats.org/officeDocument/2006/relationships/slideLayout" Target="../slideLayouts/slideLayout3.xml" /><ns0:Relationship Id="rId4" Type="http://schemas.openxmlformats.org/officeDocument/2006/relationships/slideLayout" Target="../slideLayouts/slideLayout4.xml" /><ns0:Relationship Id="rId5" Type="http://schemas.openxmlformats.org/officeDocument/2006/relationships/slideLayout" Target="../slideLayouts/slideLayout5.xml" /><ns0:Relationship Id="rId6" Type="http://schemas.openxmlformats.org/officeDocument/2006/relationships/slideLayout" Target="../slideLayouts/slideLayout6.xml" /><ns0:Relationship Id="rId7" Type="http://schemas.openxmlformats.org/officeDocument/2006/relationships/slideLayout" Target="../slideLayouts/slideLayout7.xml" /><ns0:Relationship Id="rId8" Type="http://schemas.openxmlformats.org/officeDocument/2006/relationships/slideLayout" Target="../slideLayouts/slideLayout8.xml" /><ns0:Relationship Id="rId9" Type="http://schemas.openxmlformats.org/officeDocument/2006/relationships/slideLayout" Target="../slideLayouts/slideLayout9.xml" /><ns0:Relationship Id="rId10" Type="http://schemas.openxmlformats.org/officeDocument/2006/relationships/slideLayout" Target="../slideLayouts/slideLayout10.xml" /><ns0:Relationship Id="rId11" Type="http://schemas.openxmlformats.org/officeDocument/2006/relationships/slideLayout" Target="../slideLayouts/slideLayout11.xml" /><ns0:Relationship Id="rId12" Type="http://schemas.openxmlformats.org/officeDocument/2006/relationships/theme" Target="../theme/theme1.xml" /></ns0: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5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ns0:Relationship Id="rId2" Type="http://schemas.openxmlformats.org/officeDocument/2006/relationships/image" Target="../media/image1.png" /></ns0: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ns0:Relationship Id="rId2" Type="http://schemas.openxmlformats.org/officeDocument/2006/relationships/image" Target="../media/image2.png" /></ns0:Relationships>
</file>

<file path=ppt/slides/_rels/slide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9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1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1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1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1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1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6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Aptos Display"/>
              </a:rPr>
              <a:t>Primul meu cod a fost pe hartie.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819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CDD6E1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4892040" cy="3611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606040"/>
            <a:ext cx="4297680" cy="10972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20" y="3172968"/>
            <a:ext cx="4297680" cy="10972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" y="3739896"/>
            <a:ext cx="4297680" cy="10972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4306824"/>
            <a:ext cx="4297680" cy="10972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0120" y="4873752"/>
            <a:ext cx="4297680" cy="10972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157984"/>
            <a:ext cx="4297680" cy="2560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244BDD"/>
                </a:solidFill>
                <a:latin typeface="Consolas"/>
              </a:rPr>
              <a:t>10 PRINT "SALUT!"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244BDD"/>
                </a:solidFill>
                <a:latin typeface="Consolas"/>
              </a:rPr>
              <a:t>20 GOTO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5010912"/>
            <a:ext cx="429768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526176"/>
                </a:solidFill>
                <a:latin typeface="Aptos"/>
              </a:rPr>
              <a:t>Exemplu BASIC ilustrativ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240280"/>
            <a:ext cx="2286000" cy="98755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Aptos"/>
              </a:rPr>
              <a:t>Scriam.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240280"/>
            <a:ext cx="2286000" cy="98755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Aptos"/>
              </a:rPr>
              <a:t>Prietenul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Aptos"/>
              </a:rPr>
              <a:t>incerca.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4453128"/>
            <a:ext cx="2286000" cy="98755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6EC79"/>
                </a:solidFill>
                <a:latin typeface="Aptos"/>
              </a:rPr>
              <a:t>Notite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D6EC79"/>
                </a:solidFill>
                <a:latin typeface="Aptos"/>
              </a:rPr>
              <a:t>a doua zi.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453128"/>
            <a:ext cx="2286000" cy="98755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6EC79"/>
                </a:solidFill>
                <a:latin typeface="Aptos"/>
              </a:rPr>
              <a:t>Corectam.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2589530"/>
            <a:ext cx="740664" cy="33020"/>
          </a:xfrm>
          <a:prstGeom prst="rect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8567928" y="2523744"/>
            <a:ext cx="164592" cy="164592"/>
          </a:xfrm>
          <a:prstGeom prst="triangle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13290" y="3337560"/>
            <a:ext cx="33020" cy="841248"/>
          </a:xfrm>
          <a:prstGeom prst="rect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 rot="10800000">
            <a:off x="9747504" y="4096512"/>
            <a:ext cx="164592" cy="164592"/>
          </a:xfrm>
          <a:prstGeom prst="triangle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4811522"/>
            <a:ext cx="502920" cy="33020"/>
          </a:xfrm>
          <a:prstGeom prst="rect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16200000">
            <a:off x="8010144" y="4745736"/>
            <a:ext cx="164592" cy="164592"/>
          </a:xfrm>
          <a:prstGeom prst="triangle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96938" y="3328416"/>
            <a:ext cx="33020" cy="832103"/>
          </a:xfrm>
          <a:prstGeom prst="rect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6931152" y="3246120"/>
            <a:ext cx="164592" cy="164592"/>
          </a:xfrm>
          <a:prstGeom prst="triangle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806440"/>
            <a:ext cx="10881360" cy="356616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Un fel de remote debugging. Cu raspuns a doua zi.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Voi de unde porniti?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566928" cy="56692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65960"/>
            <a:ext cx="3200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75104"/>
            <a:ext cx="987552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0">
                <a:solidFill>
                  <a:srgbClr val="182636"/>
                </a:solidFill>
                <a:latin typeface="Aptos"/>
              </a:rPr>
              <a:t>Am cerut explicatii.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79776"/>
            <a:ext cx="566928" cy="56692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825496"/>
            <a:ext cx="3200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34640"/>
            <a:ext cx="987552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0">
                <a:solidFill>
                  <a:srgbClr val="182636"/>
                </a:solidFill>
                <a:latin typeface="Aptos"/>
              </a:rPr>
              <a:t>Am creat texte, imagini sau muzica.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639312"/>
            <a:ext cx="566928" cy="56692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685032"/>
            <a:ext cx="3200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694176"/>
            <a:ext cx="987552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0">
                <a:solidFill>
                  <a:srgbClr val="182636"/>
                </a:solidFill>
                <a:latin typeface="Aptos"/>
              </a:rPr>
              <a:t>Am incercat sa construiesc ceva.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98848"/>
            <a:ext cx="566928" cy="56692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544568"/>
            <a:ext cx="3200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53712"/>
            <a:ext cx="987552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0">
                <a:solidFill>
                  <a:srgbClr val="182636"/>
                </a:solidFill>
                <a:latin typeface="Aptos"/>
              </a:rPr>
              <a:t>Doar am testat. Sau inca nu.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96712"/>
            <a:ext cx="10698480" cy="4297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244BDD"/>
                </a:solidFill>
                <a:latin typeface="Aptos"/>
              </a:rPr>
              <a:t>Un vot sau o litera in chat. Nu trebuie sa fi folosit deja 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Mai intai, o masina invata un drum.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0512"/>
            <a:ext cx="4535424" cy="44074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05788" y="2807208"/>
            <a:ext cx="25400" cy="658367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05788" y="3465576"/>
            <a:ext cx="25400" cy="658367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05788" y="4123944"/>
            <a:ext cx="25400" cy="658368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64156" y="4123944"/>
            <a:ext cx="25400" cy="658368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22524" y="4123944"/>
            <a:ext cx="25400" cy="658368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0892" y="4123944"/>
            <a:ext cx="25400" cy="658368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5788" y="4782312"/>
            <a:ext cx="25400" cy="658367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22524" y="4782312"/>
            <a:ext cx="25400" cy="658367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76856" y="2794508"/>
            <a:ext cx="658367" cy="25400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5224" y="2794508"/>
            <a:ext cx="658367" cy="25400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76856" y="3452876"/>
            <a:ext cx="658367" cy="25400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35224" y="3452876"/>
            <a:ext cx="658367" cy="25400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93591" y="3452876"/>
            <a:ext cx="658367" cy="25400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76856" y="4111243"/>
            <a:ext cx="658367" cy="25400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93591" y="4769612"/>
            <a:ext cx="658367" cy="25400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" y="2132965"/>
            <a:ext cx="3291839" cy="31750"/>
          </a:xfrm>
          <a:prstGeom prst="rect">
            <a:avLst/>
          </a:prstGeom>
          <a:solidFill>
            <a:srgbClr val="18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36085" y="2148840"/>
            <a:ext cx="31750" cy="3291839"/>
          </a:xfrm>
          <a:prstGeom prst="rect">
            <a:avLst/>
          </a:prstGeom>
          <a:solidFill>
            <a:srgbClr val="18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" y="5424805"/>
            <a:ext cx="3291839" cy="31750"/>
          </a:xfrm>
          <a:prstGeom prst="rect">
            <a:avLst/>
          </a:prstGeom>
          <a:solidFill>
            <a:srgbClr val="18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4245" y="2148840"/>
            <a:ext cx="31750" cy="3291839"/>
          </a:xfrm>
          <a:prstGeom prst="rect">
            <a:avLst/>
          </a:prstGeom>
          <a:solidFill>
            <a:srgbClr val="18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89304" y="2433574"/>
            <a:ext cx="658367" cy="8890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03221" y="2478024"/>
            <a:ext cx="88900" cy="65836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03221" y="3136392"/>
            <a:ext cx="88900" cy="65836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47672" y="3750310"/>
            <a:ext cx="658367" cy="8890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06039" y="3750310"/>
            <a:ext cx="658368" cy="8890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19958" y="3794760"/>
            <a:ext cx="88900" cy="658367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19958" y="4453128"/>
            <a:ext cx="88900" cy="658367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64408" y="5067046"/>
            <a:ext cx="658367" cy="8890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93292" y="2382012"/>
            <a:ext cx="192024" cy="192024"/>
          </a:xfrm>
          <a:prstGeom prst="ellipse">
            <a:avLst/>
          </a:prstGeom>
          <a:solidFill>
            <a:srgbClr val="18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813048" y="5001768"/>
            <a:ext cx="219456" cy="219456"/>
          </a:xfrm>
          <a:prstGeom prst="ellipse">
            <a:avLst/>
          </a:prstGeom>
          <a:solidFill>
            <a:srgbClr val="18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1856231"/>
            <a:ext cx="1645920" cy="24688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44BDD"/>
                </a:solidFill>
                <a:latin typeface="Aptos"/>
              </a:rPr>
              <a:t>START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486400"/>
            <a:ext cx="137160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44BDD"/>
                </a:solidFill>
                <a:latin typeface="Aptos"/>
              </a:rPr>
              <a:t>IESIRE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852160"/>
            <a:ext cx="393192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26176"/>
                </a:solidFill>
                <a:latin typeface="Aptos"/>
              </a:rPr>
              <a:t>Schema ilustrativa: Theseus, 1950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1874519"/>
            <a:ext cx="10058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1950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1874519"/>
            <a:ext cx="48920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82636"/>
                </a:solidFill>
                <a:latin typeface="Aptos"/>
              </a:rPr>
              <a:t>Theseus gaseste iesirea.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0528" y="2441448"/>
            <a:ext cx="4892040" cy="62179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182636"/>
                </a:solidFill>
                <a:latin typeface="Aptos"/>
              </a:rPr>
              <a:t>Claude Shannon: un labirint si memorie in relee.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3182111"/>
            <a:ext cx="10058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1966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0528" y="3182111"/>
            <a:ext cx="48920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82636"/>
                </a:solidFill>
                <a:latin typeface="Aptos"/>
              </a:rPr>
              <a:t>ELIZA sustine o conversatie.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0528" y="3749039"/>
            <a:ext cx="4892040" cy="62179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182636"/>
                </a:solidFill>
                <a:latin typeface="Aptos"/>
              </a:rPr>
              <a:t>Joseph Weizenbaum: reguli si tipare de limbaj.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0" y="4489704"/>
            <a:ext cx="10058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2022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0528" y="4489704"/>
            <a:ext cx="48920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82636"/>
                </a:solidFill>
                <a:latin typeface="Aptos"/>
              </a:rPr>
              <a:t>ChatGPT ajunge la public.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5056632"/>
            <a:ext cx="4892040" cy="62179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182636"/>
                </a:solidFill>
                <a:latin typeface="Aptos"/>
              </a:rPr>
              <a:t>O interfata simpla face experimentarea accesibila.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La biblioteca am deschis...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320040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500" b="1">
                <a:solidFill>
                  <a:srgbClr val="244BDD"/>
                </a:solidFill>
                <a:latin typeface="Apto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63240"/>
            <a:ext cx="320040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182636"/>
                </a:solidFill>
                <a:latin typeface="Aptos"/>
              </a:rPr>
              <a:t>o carte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240280"/>
            <a:ext cx="320040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500" b="1">
                <a:solidFill>
                  <a:srgbClr val="244BDD"/>
                </a:solidFill>
                <a:latin typeface="Aptos"/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63240"/>
            <a:ext cx="320040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182636"/>
                </a:solidFill>
                <a:latin typeface="Aptos"/>
              </a:rPr>
              <a:t>un laptop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240280"/>
            <a:ext cx="320040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500" b="1">
                <a:solidFill>
                  <a:srgbClr val="244BDD"/>
                </a:solidFill>
                <a:latin typeface="Aptos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3063240"/>
            <a:ext cx="320040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182636"/>
                </a:solidFill>
                <a:latin typeface="Aptos"/>
              </a:rPr>
              <a:t>o umbrela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06240"/>
            <a:ext cx="10881360" cy="22860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690872"/>
            <a:ext cx="10607040" cy="94183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244BDD"/>
                </a:solidFill>
                <a:latin typeface="Aptos"/>
              </a:rPr>
              <a:t>Contextul schimba ce continuare ni se pare plauzibila.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Un fragment. Apoi inca unul.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3017520" cy="1627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22576"/>
            <a:ext cx="2743200" cy="6400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44952"/>
            <a:ext cx="274320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"La biblioteca am..."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103120"/>
            <a:ext cx="3017520" cy="1627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322576"/>
            <a:ext cx="2743200" cy="6400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Continuari posibile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044952"/>
            <a:ext cx="274320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Modelul evalueaza variante.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2103120"/>
            <a:ext cx="3017520" cy="1627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22576"/>
            <a:ext cx="2743200" cy="6400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Token nou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44952"/>
            <a:ext cx="274320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"deschis"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58768" y="2835148"/>
            <a:ext cx="548640" cy="355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 rot="5400000">
            <a:off x="4325112" y="2770632"/>
            <a:ext cx="164592" cy="164592"/>
          </a:xfrm>
          <a:prstGeom prst="triangle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99248" y="2835148"/>
            <a:ext cx="548639" cy="355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8165592" y="2770632"/>
            <a:ext cx="164592" cy="164592"/>
          </a:xfrm>
          <a:prstGeom prst="triangle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903460" y="3822191"/>
            <a:ext cx="35560" cy="612647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80960" y="4417059"/>
            <a:ext cx="2240279" cy="355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 rot="16200000">
            <a:off x="7598664" y="4352544"/>
            <a:ext cx="164592" cy="164592"/>
          </a:xfrm>
          <a:prstGeom prst="triangle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94760" y="3913632"/>
            <a:ext cx="3767328" cy="1261872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9352" y="4050791"/>
            <a:ext cx="3438144" cy="39319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Context actualizat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352" y="4581144"/>
            <a:ext cx="3438144" cy="411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FFFFF"/>
                </a:solidFill>
                <a:latin typeface="Aptos"/>
              </a:rPr>
              <a:t>"La biblioteca am deschis..."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417059"/>
            <a:ext cx="1435607" cy="355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22500" y="3822191"/>
            <a:ext cx="35560" cy="612647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Isosceles Triangle 26"/>
          <p:cNvSpPr/>
          <p:nvPr/>
        </p:nvSpPr>
        <p:spPr>
          <a:xfrm>
            <a:off x="2157984" y="3739896"/>
            <a:ext cx="164592" cy="164592"/>
          </a:xfrm>
          <a:prstGeom prst="triangle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687568"/>
            <a:ext cx="10515600" cy="411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82636"/>
                </a:solidFill>
                <a:latin typeface="Aptos"/>
              </a:rPr>
              <a:t>Un token este un fragment de text. Procesul se repeta.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Cerere vaga. Ce a completat AI?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10512"/>
            <a:ext cx="4572000" cy="3840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44BDD"/>
                </a:solidFill>
                <a:latin typeface="Aptos"/>
              </a:rPr>
              <a:t>PROMPTUL FOLOSIT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95728"/>
            <a:ext cx="4572000" cy="2880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182636"/>
                </a:solidFill>
                <a:latin typeface="Aptos"/>
              </a:rPr>
              <a:t>Creeaza o pagina HTML pentru un eveniment la liceu. Vreau sa arate modern, sa fie interesanta pentru elevi si sa prezinte frumos activitatile, cu un titlu atractiv si un program bine organizat.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58968"/>
            <a:ext cx="457200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Ce detalii am lasat nespecificate?</a:t>
            </a:r>
          </a:p>
        </p:txBody>
      </p:sp>
      <p:pic>
        <p:nvPicPr>
          <p:cNvPr id="9" name="Picture 8" descr="Captura rezultatului real al promptului vag: pagina Fara catalog, 15 mai 2027, 10-15, Liceul Orizont. Date fictive completate in generarea pregatit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10512"/>
            <a:ext cx="5852160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15000" y="6016752"/>
            <a:ext cx="5669280" cy="25603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526176"/>
                </a:solidFill>
                <a:latin typeface="Aptos"/>
              </a:rPr>
              <a:t>Rezultat inregistrat · eveniment fictiv · captura 1280 x 900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Aceeasi idee, cu detalii concrete.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10512"/>
            <a:ext cx="4572000" cy="3840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44BDD"/>
                </a:solidFill>
                <a:latin typeface="Aptos"/>
              </a:rPr>
              <a:t>PROMPTUL FOLOSIT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95728"/>
            <a:ext cx="4572000" cy="2880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182636"/>
                </a:solidFill>
                <a:latin typeface="Aptos"/>
              </a:rPr>
              <a:t>Creeaza o pagina HTML pentru evenimentul fictiv Atelier de idei, la liceu: 30 octombrie, 17-19, sala festiva, gratuit. Include trei activitati de 40 minute, un buton spre program si afisare buna pe telefon.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94960"/>
            <a:ext cx="457200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Acum avem ce sa comparam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si sa verificam.</a:t>
            </a:r>
          </a:p>
        </p:txBody>
      </p:sp>
      <p:pic>
        <p:nvPicPr>
          <p:cNvPr id="9" name="Picture 8" descr="Captura rezultatului real al promptului mai precis: Atelier de idei, 30 octombrie, 17-19, sala festiva, gratuit. Eveniment fictiv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10512"/>
            <a:ext cx="5852160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15000" y="6016752"/>
            <a:ext cx="5669280" cy="25603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526176"/>
                </a:solidFill>
                <a:latin typeface="Aptos"/>
              </a:rPr>
              <a:t>Rezultat inregistrat · eveniment fictiv · captura 1280 x 900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Mai intai, ne corectam intrebarea.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56231"/>
            <a:ext cx="3794760" cy="15727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244BDD"/>
                </a:solidFill>
                <a:latin typeface="Aptos"/>
              </a:rPr>
              <a:t>Scopul.</a:t>
            </a:r>
          </a:p>
          <a:p>
            <a:pPr>
              <a:spcAft>
                <a:spcPts val="800"/>
              </a:spcAft>
            </a:pPr>
            <a:r>
              <a:rPr sz="3000" b="1">
                <a:solidFill>
                  <a:srgbClr val="244BDD"/>
                </a:solidFill>
                <a:latin typeface="Aptos"/>
              </a:rPr>
              <a:t>Contextul.</a:t>
            </a:r>
          </a:p>
          <a:p>
            <a:pPr>
              <a:spcAft>
                <a:spcPts val="800"/>
              </a:spcAft>
            </a:pPr>
            <a:r>
              <a:rPr sz="3000" b="1">
                <a:solidFill>
                  <a:srgbClr val="244BDD"/>
                </a:solidFill>
                <a:latin typeface="Aptos"/>
              </a:rPr>
              <a:t>Presupunerile.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77056"/>
            <a:ext cx="3794760" cy="151790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O cerere mai clara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ne ajuta sa evaluam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ce primim.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82312" y="1856231"/>
            <a:ext cx="6720840" cy="4041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2130552"/>
            <a:ext cx="6172200" cy="33375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Atelier de idei. Pentru liceeni.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30 octombrie, 17:00-19:00.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Sala de festivitati. Acces gratuit.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Trei activitati, fara conturi.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Sa functioneze si pe telefon.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Toate datele sunt fictive.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6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Aptos Display"/>
              </a:rPr>
              <a:t>Arata bine. Dar ne putem baza pe ea?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819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CDD6E1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3657600" cy="7315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D6EC79"/>
                </a:solidFill>
                <a:latin typeface="Aptos"/>
              </a:rPr>
              <a:t>Respecta cererea?</a:t>
            </a:r>
          </a:p>
        </p:txBody>
      </p:sp>
      <p:sp>
        <p:nvSpPr>
          <p:cNvPr id="7" name="Rectangle 6"/>
          <p:cNvSpPr/>
          <p:nvPr/>
        </p:nvSpPr>
        <p:spPr>
          <a:xfrm>
            <a:off x="4709160" y="1901952"/>
            <a:ext cx="2487168" cy="1060704"/>
          </a:xfrm>
          <a:prstGeom prst="rect">
            <a:avLst/>
          </a:prstGeom>
          <a:solidFill>
            <a:srgbClr val="263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2139696"/>
            <a:ext cx="2212848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Cererea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33488" y="2396236"/>
            <a:ext cx="576072" cy="35560"/>
          </a:xfrm>
          <a:prstGeom prst="rect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7827264" y="2331720"/>
            <a:ext cx="164592" cy="164592"/>
          </a:xfrm>
          <a:prstGeom prst="triangle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9016" y="1947672"/>
            <a:ext cx="3200400" cy="94183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Aptos"/>
              </a:rPr>
              <a:t>Compara data,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Aptos"/>
              </a:rPr>
              <a:t>ora si locul.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3657600" cy="7315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D6EC79"/>
                </a:solidFill>
                <a:latin typeface="Aptos"/>
              </a:rPr>
              <a:t>Functioneaza?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3246120"/>
            <a:ext cx="2487168" cy="1060704"/>
          </a:xfrm>
          <a:prstGeom prst="rect">
            <a:avLst/>
          </a:prstGeom>
          <a:solidFill>
            <a:srgbClr val="263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3483863"/>
            <a:ext cx="2212848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Pagina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33488" y="3740403"/>
            <a:ext cx="576072" cy="35560"/>
          </a:xfrm>
          <a:prstGeom prst="rect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 rot="5400000">
            <a:off x="7827264" y="3675887"/>
            <a:ext cx="164592" cy="164592"/>
          </a:xfrm>
          <a:prstGeom prst="triangle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9016" y="3291839"/>
            <a:ext cx="3200400" cy="94183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Aptos"/>
              </a:rPr>
              <a:t>Testeaza butonul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Aptos"/>
              </a:rPr>
              <a:t>si afisarea pe telefon.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45736"/>
            <a:ext cx="3657600" cy="7315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D6EC79"/>
                </a:solidFill>
                <a:latin typeface="Aptos"/>
              </a:rPr>
              <a:t>Este adevarat?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4590288"/>
            <a:ext cx="2487168" cy="1060704"/>
          </a:xfrm>
          <a:prstGeom prst="rect">
            <a:avLst/>
          </a:prstGeom>
          <a:solidFill>
            <a:srgbClr val="263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4828031"/>
            <a:ext cx="2212848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Eveniment real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33488" y="5084572"/>
            <a:ext cx="576072" cy="35560"/>
          </a:xfrm>
          <a:prstGeom prst="rect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827264" y="5020056"/>
            <a:ext cx="164592" cy="164592"/>
          </a:xfrm>
          <a:prstGeom prst="triangle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4636007"/>
            <a:ext cx="3200400" cy="94183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Aptos"/>
              </a:rPr>
              <a:t>Confirma cu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Aptos"/>
              </a:rPr>
              <a:t>organizatorul.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Cinci obiceiuri care raman la tine.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10512"/>
            <a:ext cx="5029200" cy="521207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Protejeaza-ti datele.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79008" y="1810512"/>
            <a:ext cx="566928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Fara parole, acte sau date despre colegi.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5029200" cy="521207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Verifica ce conteaza.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9008" y="2606040"/>
            <a:ext cx="566928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Alege sursa, calculul sau testul potrivit.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01568"/>
            <a:ext cx="5029200" cy="521207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Siguranta nu este adevar.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8" y="3401568"/>
            <a:ext cx="566928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Un ton convingator poate ascunde o eroare.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97096"/>
            <a:ext cx="5029200" cy="521207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Spune unde te-a ajutat AI.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4197096"/>
            <a:ext cx="566928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Respecta regulile scolii si contributia altora.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92624"/>
            <a:ext cx="5029200" cy="521207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Pastreaza decizia la tine.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79008" y="4992624"/>
            <a:ext cx="566928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Intelege rezultatul inainte sa il folosesti.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Tech are mai multe usi de intrare.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56231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Iti place sa construiesti?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Software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07208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Aplicatii si sisteme care functioneaza.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856231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Iti place sa investighezi?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286000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Cybersecurity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807208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Cum protejam oameni, date si sisteme.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46120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Iti plac tiparele si intrebarile?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75887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Data /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197096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Ce putem afla din date si cum verificam.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246120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Iti place sa desenezi si sa observi?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675887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UX /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97096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Cum facem tehnologia usor de folosit.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36008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Iti place sa organizezi si sa explici?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65776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86984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Ce problema merita rezolvata si pentru cine.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36008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Te preocupa efectele asupra oamenilor?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065776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Responsible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586984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Riscuri, echitate si folosire responsabila.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AI poate propune. Tu alegi ce conteaza.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92224"/>
            <a:ext cx="1069848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182636"/>
                </a:solidFill>
                <a:latin typeface="Aptos"/>
              </a:rPr>
              <a:t>Un rol concret: decizi cum ar trebui sa functioneze pagina.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3383280" cy="228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026664"/>
            <a:ext cx="3383280" cy="9601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244BDD"/>
                </a:solidFill>
                <a:latin typeface="Aptos"/>
              </a:rPr>
              <a:t>AI poate ajuta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3383280" cy="1554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Variante de text.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Schite de pagina.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Idei pentru program.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2743200"/>
            <a:ext cx="3383280" cy="228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3026664"/>
            <a:ext cx="3383280" cy="9601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244BDD"/>
                </a:solidFill>
                <a:latin typeface="Aptos"/>
              </a:rPr>
              <a:t>Omul judeca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4114800"/>
            <a:ext cx="3383280" cy="1554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Cui ii este utila?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Cine ramane pe dinafara?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Ce putem promite?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743200"/>
            <a:ext cx="3383280" cy="228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3026664"/>
            <a:ext cx="3383280" cy="9601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244BDD"/>
                </a:solidFill>
                <a:latin typeface="Aptos"/>
              </a:rPr>
              <a:t>Ce ar putea urma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114800"/>
            <a:ext cx="3383280" cy="1554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Mai multi pasi automatizati.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Mai multa verificare.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Noi alegeri si responsabilitati.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Nu trebuie sa stii totul ca sa incepi.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94960" cy="69494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100" b="1">
                <a:solidFill>
                  <a:srgbClr val="244BDD"/>
                </a:solidFill>
                <a:latin typeface="Aptos"/>
              </a:rPr>
              <a:t>Incearca un proiect mic.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26664"/>
            <a:ext cx="5257800" cy="1920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GitHub Copilot Free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Acces gratuit, cu limite.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GitHub Education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Beneficii pentru elevii eligibili.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663440" cy="69494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82636"/>
                </a:solidFill>
                <a:latin typeface="Aptos"/>
              </a:rPr>
              <a:t>Sau incepe cu o intrebare.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026664"/>
            <a:ext cx="4663440" cy="1965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Descrie ideea pe hartie.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Compara doua variante.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Alege ce ai verifica.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96128"/>
            <a:ext cx="1060704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26176"/>
                </a:solidFill>
                <a:latin typeface="Aptos"/>
              </a:rPr>
              <a:t>github.com/copilot   |   education.github.com/pack   |   3blue1brown.com/lessons/mini-llm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6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Aptos Display"/>
              </a:rPr>
              <a:t>AI poate mult. Intrebarile raman ale tale.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819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CDD6E1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Apto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466344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D6EC79"/>
                </a:solidFill>
                <a:latin typeface="Aptos"/>
              </a:rPr>
              <a:t>Un instrument puternic.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920240"/>
            <a:ext cx="557784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Aptos"/>
              </a:rPr>
              <a:t>Poate ajuta mult. Poate si gresi.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99232"/>
            <a:ext cx="466344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D6EC79"/>
                </a:solidFill>
                <a:latin typeface="Aptos"/>
              </a:rPr>
              <a:t>Tu aduci valoare.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0" y="2999232"/>
            <a:ext cx="557784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Aptos"/>
              </a:rPr>
              <a:t>Prin intrebari, alegeri si gandire.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78224"/>
            <a:ext cx="466344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D6EC79"/>
                </a:solidFill>
                <a:latin typeface="Aptos"/>
              </a:rPr>
              <a:t>Poti incepe de acum.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4078224"/>
            <a:ext cx="557784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Aptos"/>
              </a:rPr>
              <a:t>Nu trebuie sa stii deja totul.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96128"/>
            <a:ext cx="10424160" cy="47548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Aptos"/>
              </a:rPr>
              <a:t>Ce ai vrea sa creezi? Ce ai verifica prima data?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1</ns0:TotalTime>
  <ns0:Words>0</ns0:Words>
  <ns0:Application>Microsoft Macintosh PowerPoint</ns0:Application>
  <ns0:PresentationFormat>On-screen Show (4:3)</ns0:PresentationFormat>
  <ns0:Paragraphs>0</ns0:Paragraphs>
  <ns0:Slides>0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14.0000</ns0:AppVersion>
</ns0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Cum a ajuns AI atat de capabil si ce poti face tu cu el?</dc:title>
  <dc:subject>Cartea Daliei - liceu - versiune pentru review</dc:subject>
  <ns0:revision>1</ns0:revision>
  <ns2:created xsi:type="dcterms:W3CDTF">2013-01-27T09:14:16Z</ns2:created>
  <ns2:modified xsi:type="dcterms:W3CDTF">2013-01-27T09:15:58Z</ns2:modified>
  <ns0:category/>
</ns0:coreProperties>
</file>